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CDF4"/>
                </a:solidFill>
                <a:latin typeface="Microsoft YaHei"/>
              </a:rPr>
              <a:t>Arena ↔ 本机 双向同步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git-sync 本机打通交付包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D8F0"/>
                </a:solidFill>
                <a:latin typeface="Microsoft YaHei"/>
              </a:rPr>
              <a:t>可编辑 DOCX + 可编辑 PPTX  ·  含本机回传验收步骤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仓库 new  ·  分支 arena/01a0a90b-new  ·  技能来源 01a0a821 v2.6.9  ·  2026-09-16 07:14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</a:rPr>
              <a:t>全部为原生文本框 / 形状 / 表格，无整页贴图，可直接在 PowerPoint / WPS 中编辑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01  ·  连接信息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mqgg5630-cyber/new  ·  arena/01a0a90b-new  ·  git-sync v2.6.9  ·  可编辑原生形状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Microsoft YaHei"/>
              </a:rPr>
              <a:t>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743200" cy="155448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743200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Microsoft YaHei"/>
              </a:rPr>
              <a:t>mqgg5630-cyber/new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155448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43200" cy="109728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工作分支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Microsoft YaHei"/>
              </a:rPr>
              <a:t>arena/01a0a90b-new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155448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10972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技能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Microsoft YaHei"/>
              </a:rPr>
              <a:t>git-sync v2.6.9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188720"/>
            <a:ext cx="2743200" cy="155448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88720"/>
            <a:ext cx="2743200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本机路径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Microsoft YaHei"/>
              </a:rPr>
              <a:t>E:\0github\git-sync\new-01a0a90b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17520"/>
            <a:ext cx="11247120" cy="320040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</a:rPr>
              <a:t>远端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onsolas"/>
              </a:rPr>
              <a:t>https://github.com/mqgg5630-cyber/new.git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</a:rPr>
              <a:t>技能来源分支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onsolas"/>
              </a:rPr>
              <a:t>arena/01a0a821-git-pull-arena（git-pull-arena HQ）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</a:rPr>
              <a:t>值守任务名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onsolas"/>
              </a:rPr>
              <a:t>git-sync-watch-new-01a0a90b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09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</a:rPr>
              <a:t>交付物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onsolas"/>
              </a:rPr>
              <a:t>deliverable/git-sync-local-connect.docx + .pptx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Microsoft YaHei"/>
              </a:rPr>
              <a:t>回传测试路径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onsolas"/>
              </a:rPr>
              <a:t>results\local-roundtrip\from-local.txt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02  ·  本机首次打通（复制即用）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mqgg5630-cyber/new  ·  arena/01a0a90b-new  ·  git-sync v2.6.9  ·  可编辑原生形状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Microsoft YaHei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5621"/>
                </a:solidFill>
                <a:latin typeface="Microsoft YaHei"/>
              </a:rPr>
              <a:t>新文件夹 · 禁止覆盖 git-pull-arena / git-pull-arena-v268 / git-pull-arena-s2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3657600"/>
          </a:xfrm>
          <a:prstGeom prst="roundRect">
            <a:avLst>
              <a:gd name="adj" fmla="val 15000"/>
            </a:avLst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cd E:\0github\git-sync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git clone -b arena/01a0a90b-new https://github.com/mqgg5630-cyber/new.git new-01a0a90b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cd new-01a0a90b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Set-ExecutionPolicy -Scope CurrentUser RemoteSigned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.\bootstrap.ps1 -Auto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.\doctor.ps1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600" b="0">
                <a:solidFill>
                  <a:srgbClr val="9AE6B4"/>
                </a:solidFill>
                <a:latin typeface="Consolas"/>
              </a:rPr>
              <a:t>.\watch.ps1 -Status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15000"/>
            </a:avLst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855A"/>
                </a:solidFill>
                <a:latin typeface="Microsoft YaHei"/>
              </a:rPr>
              <a:t>成功标志：branch = arena/01a0a90b-new · ahead/behind = 0/0 · watcher / heartbeat / auth 三行正常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03  ·  日常命令 + 双向验收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mqgg5630-cyber/new  ·  arena/01a0a90b-new  ·  git-sync v2.6.9  ·  可编辑原生形状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Microsoft YaHei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Microsoft YaHei"/>
              </a:rPr>
              <a:t>日常（本机）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Consolas"/>
              </a:rPr>
              <a:t>.\sync.ps1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18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拉 Arena 最新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39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Consolas"/>
              </a:rPr>
              <a:t>.\push.ps1 "msg"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5856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本机改动推回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Consolas"/>
              </a:rPr>
              <a:t>.\download.ps1 -Set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898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交付物镜像到 _out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8999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Consolas"/>
              </a:rPr>
              <a:t>.\doctor.ps1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53872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体检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79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788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Consolas"/>
              </a:rPr>
              <a:t>.\watch.ps1 -Status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17880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</a:rPr>
              <a:t>值守状态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65D"/>
                </a:solidFill>
                <a:latin typeface="Microsoft YaHei"/>
              </a:rPr>
              <a:t>本轮双向验收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137160" cy="2011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Microsoft YaHei"/>
              </a:rPr>
              <a:t>A  Arena → 本机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057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1.  .\sync.ps1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2.  打开 deliverable\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3.  看到 docx + pptx = 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749039"/>
            <a:ext cx="5394960" cy="2286000"/>
          </a:xfrm>
          <a:prstGeom prst="roundRect">
            <a:avLst>
              <a:gd name="adj" fmla="val 15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749039"/>
            <a:ext cx="137160" cy="22860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3030"/>
                </a:solidFill>
                <a:latin typeface="Microsoft YaHei"/>
              </a:rPr>
              <a:t>B  本机 → Arena（回传测试）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97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1.  新建 results\local-roundtrip\from-local.txt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2.  写入一行本机标记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3.  .\push.ps1 "test: local -&gt; arena"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</a:rPr>
              <a:t>4.  告诉 Arena 已推送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04  ·  本机回传测试（整段复制）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Microsoft YaHei"/>
              </a:rPr>
              <a:t>mqgg5630-cyber/new  ·  arena/01a0a90b-new  ·  git-sync v2.6.9  ·  可编辑原生形状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Microsoft YaHei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Microsoft YaHei"/>
              </a:rPr>
              <a:t>在 new-01a0a90b 仓库目录里执行：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1247120" cy="3291840"/>
          </a:xfrm>
          <a:prstGeom prst="roundRect">
            <a:avLst>
              <a:gd name="adj" fmla="val 15000"/>
            </a:avLst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cd E:\0github\git-sync\new-01a0a90b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.\sync.ps1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New-Item -ItemType Directory -Force results\local-roundtrip | Out-Null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Set-Content -Encoding utf8 results\local-roundtrip\from-local.txt `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  "local-&gt;arena roundtrip OK $env:COMPUTERNAME $(Get-Date -Format o)"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.\push.ps1 "test: local -&gt; arena roundtrip"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F6E05E"/>
                </a:solidFill>
                <a:latin typeface="Consolas"/>
              </a:rPr>
              <a:t>Get-Content results\local-roundtrip\from-local.txt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2344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5621"/>
                </a:solidFill>
                <a:latin typeface="Microsoft YaHei"/>
              </a:rPr>
              <a:t>推送成功后，在本 Arena 会话回复一句「已 push」——助手会 fetch 并读 from-local.txt 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Microsoft YaHei"/>
              </a:rPr>
              <a:t>若 push 弹窗/要登录：先跑 .\auth.ps1 -Setup -Verify（免点击推送，一次配好）。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