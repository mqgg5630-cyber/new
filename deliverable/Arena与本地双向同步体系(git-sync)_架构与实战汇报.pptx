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  <a:latin typeface="微软雅黑"/>
              </a:defRPr>
            </a:pPr>
            <a:r>
              <a:t>GIT-SYNC V2.6.8 · 本地与云端打通实战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Arena.ai ↔ 本地双向自动化同步与协作体系</a:t>
            </a:r>
          </a:p>
          <a:p>
            <a:pPr>
              <a:defRPr sz="1500">
                <a:solidFill>
                  <a:srgbClr val="94A3B8"/>
                </a:solidFill>
                <a:latin typeface="微软雅黑"/>
              </a:defRPr>
            </a:pPr>
            <a:r>
              <a:t>零弹窗后台值守 · 免点击静默推送 · 单会话闭环架构 · 历史进程清理与回传验证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89120"/>
            <a:ext cx="99669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28600" bIns="228600"/>
          <a:lstStyle/>
          <a:p>
            <a:pPr algn="ctr">
              <a:spcAft>
                <a:spcPts val="600"/>
              </a:spcAft>
              <a:defRPr sz="1100" b="1">
                <a:solidFill>
                  <a:srgbClr val="CBD5E1"/>
                </a:solidFill>
                <a:latin typeface="微软雅黑"/>
              </a:defRPr>
            </a:pPr>
            <a:r>
              <a:t>运行环境与链路参数：</a:t>
            </a:r>
          </a:p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• 仓库：mqgg5630-cyber/new   |   工作分支：arena/01a0a839-new   |   技能版本：git-sync v2.6.8</a:t>
            </a:r>
            <a:br/>
            <a:r>
              <a:t>• 本地路径：E:\0github\git-sync\new-01a0a839   |   活跃值守任务：git-sync-watch-new-01a0a839 (PID 87720)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痛点分析与设计愿景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为什么需要建立自动化双向同步体系？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91C1C"/>
                </a:solidFill>
                <a:latin typeface="微软雅黑"/>
              </a:defRPr>
            </a:pPr>
            <a:r>
              <a:t>痛点 1：传统交互严重割裂</a:t>
            </a:r>
          </a:p>
          <a:p>
            <a:pPr>
              <a:defRPr sz="1100">
                <a:solidFill>
                  <a:srgbClr val="7F1D1D"/>
                </a:solidFill>
                <a:latin typeface="微软雅黑"/>
              </a:defRPr>
            </a:pPr>
            <a:r>
              <a:t>云端 Agent 代码与报告通过网页对话框复制，交付物散乱、易出现版本冲突；本地代码与大文件难以反向回传。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286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74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91C1C"/>
                </a:solidFill>
                <a:latin typeface="微软雅黑"/>
              </a:defRPr>
            </a:pPr>
            <a:r>
              <a:t>痛点 2：弹窗阻断无人值守</a:t>
            </a:r>
          </a:p>
          <a:p>
            <a:pPr>
              <a:defRPr sz="1100">
                <a:solidFill>
                  <a:srgbClr val="7F1D1D"/>
                </a:solidFill>
                <a:latin typeface="微软雅黑"/>
              </a:defRPr>
            </a:pPr>
            <a:r>
              <a:t>传统 Git 推送需要弹出凭据对话框，Windows 计划任务每2分钟闪烁一次黑窗（一天720次），打断正常工作。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286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74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91C1C"/>
                </a:solidFill>
                <a:latin typeface="微软雅黑"/>
              </a:defRPr>
            </a:pPr>
            <a:r>
              <a:t>痛点 3：多会话资源严重浪费</a:t>
            </a:r>
          </a:p>
          <a:p>
            <a:pPr>
              <a:defRPr sz="1100">
                <a:solidFill>
                  <a:srgbClr val="7F1D1D"/>
                </a:solidFill>
                <a:latin typeface="微软雅黑"/>
              </a:defRPr>
            </a:pPr>
            <a:r>
              <a:t>历史多会话残留大量计划任务与后台轮询进程，争抢文件锁与系统 CPU，导致状态机假死与误报。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19202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体系核心愿景：单会话极简闭环架构 (One-Session Loop)</a:t>
            </a:r>
          </a:p>
          <a:p>
            <a:pPr>
              <a:defRPr sz="1150">
                <a:solidFill>
                  <a:srgbClr val="0F172A"/>
                </a:solidFill>
                <a:latin typeface="微软雅黑"/>
              </a:defRPr>
            </a:pPr>
            <a:r>
              <a:t>• 极简操作：取 (sync.ps1)、传 (push.ps1)、下载 (download.ps1)、体检 (doctor.ps1) 各一句话即可运行。</a:t>
            </a:r>
            <a:br/>
            <a:r>
              <a:t>• 零弹窗值守：基于 GUI 启动器与常驻脱离循环，彻底根治黑色控制台闪烁现象。</a:t>
            </a:r>
            <a:br/>
            <a:r>
              <a:t>• 免点击推送：深度打通 GitHub CLI 与 GCM DPAPI，关闭所有交互弹窗，退出码 0 秒级判定。</a:t>
            </a:r>
            <a:br/>
            <a:r>
              <a:t>• 自动化握手：云端发起检查 → 本地机器全自动执行自检并回推结论 → 云端毫秒级捕获。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端到端三层协同拓扑与数据流向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上层：云端 Agent 沙箱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  <a:latin typeface="Consolas"/>
              </a:defRPr>
            </a:pPr>
            <a:r>
              <a:t>Arena.ai Linux Sandbox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核心算法开发与系统实现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自动化生成交付物 (Docx/PPTX)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分支守卫与预检闸门 (check_all.sh)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发起本地机器验证 (agent-wait.sh)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自动生成并推送同步回执 (Receipt)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中层：远端网关分支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  <a:latin typeface="Consolas"/>
              </a:defRPr>
            </a:pPr>
            <a:r>
              <a:t>GitHub 专属分支通道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分支名：arena/01a0a839-new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会话强隔离，杜绝主干污染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中转代码与大型结构化交付物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状态机握手文件 (handshake.json)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双向同步事件历史归档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下层：Windows 本机</a:t>
            </a:r>
          </a:p>
          <a:p>
            <a:pPr>
              <a:spcAft>
                <a:spcPts val="1200"/>
              </a:spcAft>
              <a:defRPr sz="1050">
                <a:solidFill>
                  <a:srgbClr val="2563EB"/>
                </a:solidFill>
                <a:latin typeface="Consolas"/>
              </a:defRPr>
            </a:pPr>
            <a:r>
              <a:t>工程师本地研发工作站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本地路径：new-01a0a839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后台常驻值守循环 (watch.ps1)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免点击静默推送凭据 (auth.ps1)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执行本地专用环境校验 (local_check)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微软雅黑"/>
              </a:defRPr>
            </a:pPr>
            <a:r>
              <a:t>✔ 本地独占显卡/算力信息深度上报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核心关键特性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硬指标突破一：零弹窗后台值守 (Zero-Window Watcher)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微软雅黑"/>
              </a:defRPr>
            </a:pPr>
            <a:r>
              <a:t>痛点根因</a:t>
            </a:r>
          </a:p>
          <a:p>
            <a:pPr>
              <a:defRPr sz="1100">
                <a:solidFill>
                  <a:srgbClr val="475569"/>
                </a:solidFill>
                <a:latin typeface="微软雅黑"/>
              </a:defRPr>
            </a:pPr>
            <a:r>
              <a:t>Windows Task Scheduler 默认拉起 powershell.exe 会申请 Console Window，导致每2分钟闪烁一次黑窗（一天720次），极大破坏工程师专注度。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微软雅黑"/>
              </a:defRPr>
            </a:pPr>
            <a:r>
              <a:t>双轨消灭弹窗</a:t>
            </a:r>
          </a:p>
          <a:p>
            <a:pPr>
              <a:defRPr sz="1100">
                <a:solidFill>
                  <a:srgbClr val="475569"/>
                </a:solidFill>
                <a:latin typeface="微软雅黑"/>
              </a:defRPr>
            </a:pPr>
            <a:r>
              <a:t>① 编译专用 GUI 子系统启动器（watchhost.exe，CreateNoWindow）；② 针对杀软环境降级为【登录时脱离常驻隐藏循环】，一个进程跑到底，弹窗彻底归零。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微软雅黑"/>
              </a:defRPr>
            </a:pPr>
            <a:r>
              <a:t>Keeper 保活</a:t>
            </a:r>
          </a:p>
          <a:p>
            <a:pPr>
              <a:defRPr sz="1100">
                <a:solidFill>
                  <a:srgbClr val="475569"/>
                </a:solidFill>
                <a:latin typeface="微软雅黑"/>
              </a:defRPr>
            </a:pPr>
            <a:r>
              <a:t>计划任务不再频繁轮询，而是降频为 10 分钟一次 Keeper 触发器。只要后台常驻循环（PID 87720）存活即静默退出，死掉才拉起。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3A8A"/>
                </a:solidFill>
                <a:latin typeface="微软雅黑"/>
              </a:defRPr>
            </a:pPr>
            <a:r>
              <a:t>v2.6.8 收尾行</a:t>
            </a:r>
          </a:p>
          <a:p>
            <a:pPr>
              <a:defRPr sz="1100">
                <a:solidFill>
                  <a:srgbClr val="475569"/>
                </a:solidFill>
                <a:latin typeface="微软雅黑"/>
              </a:defRPr>
            </a:pPr>
            <a:r>
              <a:t>值守全部 8 个出口强制设置并打印 $script:PollSummary 与倒计时（如 == next poll at 11:25:22），消除“任务卡死”的假象，并由静态闸门强校验。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核心关键特性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硬指标突破二：免点击静默推送凭据链 (Silent Auth)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微软雅黑"/>
              </a:defRPr>
            </a:pPr>
            <a:r>
              <a:t>为什么传统的凭据配置无法满足自动化要求？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微软雅黑"/>
              </a:defRPr>
            </a:pPr>
            <a:r>
              <a:t>• 交互阻断机制：Windows 凭据管理器默认遇到 Token 过期或更新会弹出交互对话框。auth.ps1 强制注入 credential.interactive=false，彻底断绝弹窗可能。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微软雅黑"/>
              </a:defRPr>
            </a:pPr>
            <a:r>
              <a:t>• 双层凭据适配：首选使用 GitHub CLI (gh auth git-credential) —— 凭据存于自身配置，在 Session 0 与无界面环境下均可正常读取；备用 GCM + DPAPI 存储。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微软雅黑"/>
              </a:defRPr>
            </a:pPr>
            <a:r>
              <a:t>• 实跑探针证明 (PROVEN)：不同于“配好了应该行”的侥幸推测，auth.ps1 -Verify 会关闭所有提示，真实执行 ls-remote 与 push --dry-run 到临时探针分支，退出码 0 才算就绪。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微软雅黑"/>
              </a:defRPr>
            </a:pPr>
            <a:r>
              <a:t>• 当前实机证据：本机环境 (LAPTOP-R77M5D6M) 已实跑通过：Git 2.54.0、GitHub CLI 2.97.0、User=mqgg5630-cyber、验证状态：READY (Write access, no prompt)。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进程管理与治理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本机多任务清理与单会话独占维护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为什么要注销其余旧任务？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微软雅黑"/>
              </a:defRPr>
            </a:pPr>
            <a:r>
              <a:t>• 避免弹窗骚扰：历史会话注册的 3~4 个旧值守每隔 2 分钟各自轮询，是造成频繁闪窗的根源。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微软雅黑"/>
              </a:defRPr>
            </a:pPr>
            <a:r>
              <a:t>• 防止分支串扰：旧值守如果仍在运行，可能在后台对已被冻结的旧分支进行错误推送或拉取。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微软雅黑"/>
              </a:defRPr>
            </a:pPr>
            <a:r>
              <a:t>• 释放系统资源：多个 PowerShell 后台死循环常驻会消耗 CPU 与内存，注销后仅保留一个活跃进程。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微软雅黑"/>
              </a:defRPr>
            </a:pPr>
            <a:r>
              <a:t>• 独占当前会话：当前会话专有任务：git-sync-watch-new-01a0a839 (PID 87720)，必须独占运行。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Consolas"/>
              </a:defRPr>
            </a:pPr>
            <a:r>
              <a:t># 本机 PowerShell 一键清理脚本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# 1. 停止并注销其他所有旧任务</a:t>
            </a:r>
            <a:br/>
            <a:r>
              <a:t>Get-ScheduledTask "git-sync-watch-*" |</a:t>
            </a:r>
            <a:br/>
            <a:r>
              <a:t>  Where-Object { $_.TaskName -ne "git-sync-watch-new-01a0a839" } |</a:t>
            </a:r>
            <a:br/>
            <a:r>
              <a:t>  ForEach-Object {</a:t>
            </a:r>
            <a:br/>
            <a:r>
              <a:t>    Stop-ScheduledTask $_.TaskName -ErrorAction SilentlyContinue</a:t>
            </a:r>
            <a:br/>
            <a:r>
              <a:t>    Unregister-ScheduledTask $_.TaskName -Confirm:$false</a:t>
            </a:r>
            <a:br/>
            <a:r>
              <a:t>    Write-Host "[OK] Cleaned: $($_.TaskName)"</a:t>
            </a:r>
            <a:br/>
            <a:r>
              <a:t>  }</a:t>
            </a:r>
            <a:br/>
            <a:br/>
            <a:r>
              <a:t># 2. 终止其他旧值守后台进程(排除当前 PID 87720)</a:t>
            </a:r>
            <a:br/>
            <a:r>
              <a:t>Get-Process powershell, pwsh -ErrorAction SilentlyContinue |</a:t>
            </a:r>
            <a:br/>
            <a:r>
              <a:t>  Where-Object {</a:t>
            </a:r>
            <a:br/>
            <a:r>
              <a:t>    $_.Id -ne $PID -and $_.Id -ne 87720 -and</a:t>
            </a:r>
            <a:br/>
            <a:r>
              <a:t>    ($_.CommandLine -like "*watch.ps1*")</a:t>
            </a:r>
            <a:br/>
            <a:r>
              <a:t>  } | Stop-Process -Force -ErrorAction SilentlyContinue</a:t>
            </a:r>
            <a:br/>
            <a:br/>
            <a:r>
              <a:t># 3. 校验最终结果：应仅剩当前这一个</a:t>
            </a:r>
            <a:br/>
            <a:r>
              <a:t>Get-ScheduledTask "git-sync-watch-*"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日常运维指南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本机极简常用命令矩阵速查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微软雅黑"/>
              </a:defRPr>
            </a:pPr>
            <a:r>
              <a:t>【取】拉取最新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.\sync.ps1</a:t>
            </a:r>
          </a:p>
          <a:p>
            <a:pPr>
              <a:defRPr sz="1000">
                <a:solidFill>
                  <a:srgbClr val="475569"/>
                </a:solidFill>
                <a:latin typeface="微软雅黑"/>
              </a:defRPr>
            </a:pPr>
            <a:r>
              <a:t>拉取云端 Agent 最新产出。若本地有暂存改动，会自动安全 stash 保护后再拉取。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微软雅黑"/>
              </a:defRPr>
            </a:pPr>
            <a:r>
              <a:t>【传】静默推送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.\push.ps1 "说明"</a:t>
            </a:r>
          </a:p>
          <a:p>
            <a:pPr>
              <a:defRPr sz="1000">
                <a:solidFill>
                  <a:srgbClr val="475569"/>
                </a:solidFill>
                <a:latin typeface="微软雅黑"/>
              </a:defRPr>
            </a:pPr>
            <a:r>
              <a:t>提交并免点击推送到远端专有分支；绝不弹窗、拒绝推送到 main 分支。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【下】交付物镜像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.\download.ps1 -Set final</a:t>
            </a:r>
          </a:p>
          <a:p>
            <a:pPr>
              <a:defRPr sz="1000">
                <a:solidFill>
                  <a:srgbClr val="475569"/>
                </a:solidFill>
                <a:latin typeface="微软雅黑"/>
              </a:defRPr>
            </a:pPr>
            <a:r>
              <a:t>通过 robocopy 将 deliverable\ 完整镜像到项目外部，避免被 git 追踪污染。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97706"/>
                </a:solidFill>
                <a:latin typeface="微软雅黑"/>
              </a:defRPr>
            </a:pPr>
            <a:r>
              <a:t>【医】全景体检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.\doctor.ps1</a:t>
            </a:r>
          </a:p>
          <a:p>
            <a:pPr>
              <a:defRPr sz="1000">
                <a:solidFill>
                  <a:srgbClr val="475569"/>
                </a:solidFill>
                <a:latin typeface="微软雅黑"/>
              </a:defRPr>
            </a:pPr>
            <a:r>
              <a:t>检查分支、ahead/behind 状态、大文件、心跳年龄与免点击凭据链路。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114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9333EA"/>
                </a:solidFill>
                <a:latin typeface="微软雅黑"/>
              </a:defRPr>
            </a:pPr>
            <a:r>
              <a:t>【看】值守健康度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.\watch.ps1 -Status</a:t>
            </a:r>
          </a:p>
          <a:p>
            <a:pPr>
              <a:defRPr sz="1000">
                <a:solidFill>
                  <a:srgbClr val="475569"/>
                </a:solidFill>
                <a:latin typeface="微软雅黑"/>
              </a:defRPr>
            </a:pPr>
            <a:r>
              <a:t>查看后台常驻进程 PID、上次轮询耗时、心跳新鲜度与调度结果。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4114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11D48"/>
                </a:solidFill>
                <a:latin typeface="微软雅黑"/>
              </a:defRPr>
            </a:pPr>
            <a:r>
              <a:t>【报】硬件与环境</a:t>
            </a:r>
          </a:p>
          <a:p>
            <a:pPr>
              <a:spcAft>
                <a:spcPts val="600"/>
              </a:spcAft>
              <a:defRPr sz="1100" b="1">
                <a:solidFill>
                  <a:srgbClr val="1E3A8A"/>
                </a:solidFill>
                <a:latin typeface="Consolas"/>
              </a:defRPr>
            </a:pPr>
            <a:r>
              <a:t>.\hardware.ps1 -Deep</a:t>
            </a:r>
          </a:p>
          <a:p>
            <a:pPr>
              <a:defRPr sz="1000">
                <a:solidFill>
                  <a:srgbClr val="475569"/>
                </a:solidFill>
                <a:latin typeface="微软雅黑"/>
              </a:defRPr>
            </a:pPr>
            <a:r>
              <a:t>深度探测本地 GPU、CUDA、显存及 22 个 Conda 环境并上报云端 Agent。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微软雅黑"/>
              </a:defRPr>
            </a:pPr>
            <a:r>
              <a:t>验收与实战操作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微软雅黑"/>
              </a:defRPr>
            </a:pPr>
            <a:r>
              <a:t>本地新建文件回传验证四步闭环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21945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第 1 步：清理旧进程</a:t>
            </a:r>
          </a:p>
          <a:p>
            <a:pPr>
              <a:defRPr sz="1050">
                <a:solidFill>
                  <a:srgbClr val="475569"/>
                </a:solidFill>
                <a:latin typeface="微软雅黑"/>
              </a:defRPr>
            </a:pPr>
            <a:r>
              <a:t>执行上一页提供的一键清理脚本，注销其余旧计划任务，仅保留当前活跃的 PID 87720。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46888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51960" y="21945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第 2 步：拉取交付物</a:t>
            </a:r>
          </a:p>
          <a:p>
            <a:pPr>
              <a:defRPr sz="1050">
                <a:solidFill>
                  <a:srgbClr val="475569"/>
                </a:solidFill>
                <a:latin typeface="微软雅黑"/>
              </a:defRPr>
            </a:pPr>
            <a:r>
              <a:t>在本机运行 .\sync.ps1，验证本份 DOCX 和 PPTX 已经成功出现在本地 deliverable\ 目录。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246888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03720" y="21945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第 3 步：新建本地文件</a:t>
            </a:r>
          </a:p>
          <a:p>
            <a:pPr>
              <a:defRPr sz="1050">
                <a:solidFill>
                  <a:srgbClr val="475569"/>
                </a:solidFill>
                <a:latin typeface="微软雅黑"/>
              </a:defRPr>
            </a:pPr>
            <a:r>
              <a:t>在本地新建 test_local.txt 并写入测试内容，运行 .\push.ps1 "test: 本机回传验证"。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246888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5480" y="21945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00400"/>
            <a:ext cx="2103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3A8A"/>
                </a:solidFill>
                <a:latin typeface="微软雅黑"/>
              </a:defRPr>
            </a:pPr>
            <a:r>
              <a:t>第 4 步：云端确认回执</a:t>
            </a:r>
          </a:p>
          <a:p>
            <a:pPr>
              <a:defRPr sz="1050">
                <a:solidFill>
                  <a:srgbClr val="475569"/>
                </a:solidFill>
                <a:latin typeface="微软雅黑"/>
              </a:defRPr>
            </a:pPr>
            <a:r>
              <a:t>返回 Arena 聊天窗口告知助手，助手立刻拉取该提交并出示回执，证明双向全链路 100% 畅通。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